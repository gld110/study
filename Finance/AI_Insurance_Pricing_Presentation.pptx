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772EAC8-23A7-4473-B407-24D5B8A39B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C106BE-F1B7-40E4-AAE8-63CCACE2A35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0106925-9878-4FA4-A3E3-F363E838892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E6E98F6-1C9B-4304-B87D-648F9F6065E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86503AB-8274-499E-A8DA-6A92FBA6A2C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D2C5BF1-9F15-44DC-BF2C-279CDAB1910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5BA48B5-E85F-4890-AC4B-DDBEF0B4E5A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9B202F1-94A4-4F57-8FF1-D12A191A579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62DB42C-0019-4567-AD1C-EA782834FF2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CBAB66-B09C-4525-ABA9-D7B8257C5F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AC20AD-E077-4515-849A-33A1A0123D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AI-Driven Insurance Pricing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Simulation-Based Approach to Risk Assessment and Premium Optimization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Simon D.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University Name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Date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Introduction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Insurance = transfer of financial risk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Problem: pricing premiums correctly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Too low = losses, Too high = lose customers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Problem Statement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Static pricing models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Limited real-time data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Cannot adapt to inflation, fraud, risk changes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Objective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Build AI-powered pricing engine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Predict risk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Optimize premiums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Maintain profitability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Concepts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Expected Loss = Probability × Severity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Premium = Expected Loss × (1 + Loading)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Loss Ratio, Combined Ratio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System Architecture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Frontend: React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Backend: Node.js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ML: Python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Real-time pricing &amp; simulation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Machine Learning Models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Classification → claim probability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Regression → claim severity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Combined → expected loss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Simulation Engine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Simulates policyholders, claims, scenarios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Includes inflation, fraud, catastrophe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Metrics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Loss Ratio = Claims/Premiums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Combined Ratio = (Claims+Expenses)/Premiums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Combined Ratio&lt;100% = Profit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Results (Baseline)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Profitable system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Stable loss ratio (~80%)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Combined ratio &lt; 100%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Risk Segmentation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Low-risk = lower premiums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High-risk = higher premiums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Fair pricing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Inflation Scenario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Claim costs increase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Profit drops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Need dynamic pricing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Fraud Scenario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Fraud increases claims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Reduces profit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Fraud detection needed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Optimization Results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Small premium increase → large profit gain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Example: +12% premium → +35% profit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Key Findings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 improves pricing accuracy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Dynamic pricing prevents losses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External risks matter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Limitations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Synthetic data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Simplified assumptions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 regulatory constraints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AI pricing improves profitability and risk management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of insurance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Future Work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real data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Advanced ML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Regulatory integration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SaaS deployment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Q&amp;A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Thank you!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Questions?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LibreOffice/25.8.5.2$Windows_X86_64 LibreOffice_project/9c8b85f387cc00a89945a79c9e6239f32e450ac2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2026-04-13T13:33:42Z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